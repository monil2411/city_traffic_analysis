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5" r:id="rId7"/>
    <p:sldId id="264" r:id="rId8"/>
    <p:sldId id="266" r:id="rId9"/>
    <p:sldId id="267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City Traffic Analysis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514600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800" dirty="0"/>
              <a:t>Name : </a:t>
            </a:r>
            <a:r>
              <a:rPr lang="en-US" sz="2800" dirty="0" err="1"/>
              <a:t>Pipalava</a:t>
            </a:r>
            <a:r>
              <a:rPr lang="en-US" sz="2800" dirty="0"/>
              <a:t> Monil </a:t>
            </a:r>
            <a:r>
              <a:rPr lang="en-US" sz="2800" dirty="0" err="1"/>
              <a:t>Dilipbhai</a:t>
            </a:r>
            <a:endParaRPr lang="en-US" sz="2800" dirty="0"/>
          </a:p>
          <a:p>
            <a:pPr algn="l"/>
            <a:r>
              <a:rPr lang="en-US" sz="2800" dirty="0"/>
              <a:t>Branch : CST</a:t>
            </a:r>
          </a:p>
          <a:p>
            <a:pPr algn="l"/>
            <a:r>
              <a:rPr lang="en-US" sz="2800" dirty="0" err="1"/>
              <a:t>RollNo</a:t>
            </a:r>
            <a:r>
              <a:rPr lang="en-US" sz="2800" dirty="0"/>
              <a:t> : 163</a:t>
            </a:r>
          </a:p>
          <a:p>
            <a:pPr algn="l"/>
            <a:r>
              <a:rPr lang="en-US" dirty="0" err="1"/>
              <a:t>EnrollNo</a:t>
            </a:r>
            <a:r>
              <a:rPr lang="en-US" dirty="0"/>
              <a:t> : 23002171310127</a:t>
            </a:r>
          </a:p>
          <a:p>
            <a:pPr algn="l"/>
            <a:r>
              <a:rPr lang="en-US" dirty="0"/>
              <a:t>Div : D5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Urban congestion is a growing problem in cities.</a:t>
            </a:r>
          </a:p>
          <a:p>
            <a:r>
              <a:t>Commuters lack real-time visibility of traffic and delays.</a:t>
            </a:r>
          </a:p>
          <a:p>
            <a:r>
              <a:t>Goal: Build a smart dashboard to visualize traffic flow, predict delays, and show relevant news.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Web-based dashboard using Django (Python).</a:t>
            </a:r>
          </a:p>
          <a:p>
            <a:r>
              <a:t>TomTom APIs used for traffic data and maps.</a:t>
            </a:r>
          </a:p>
          <a:p>
            <a:r>
              <a:t>Machine Learning model predicts traffic delays.</a:t>
            </a:r>
          </a:p>
          <a:p>
            <a:r>
              <a:t>Traffic news fetched from GNews API.</a:t>
            </a:r>
          </a:p>
          <a:p>
            <a:r>
              <a:t>Interactive UI with Bootstrap and Chart.js.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Backend: Django (Python)</a:t>
            </a:r>
          </a:p>
          <a:p>
            <a:r>
              <a:t>Traffic Maps: TomTom Maps SDK</a:t>
            </a:r>
          </a:p>
          <a:p>
            <a:r>
              <a:t>ML: Scikit-learn (Linear Regression)</a:t>
            </a:r>
          </a:p>
          <a:p>
            <a:r>
              <a:t>Frontend: Bootstrap, Chart.js</a:t>
            </a:r>
          </a:p>
          <a:p>
            <a:r>
              <a:t>News API: GNews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Delay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Regression model used.</a:t>
            </a:r>
          </a:p>
          <a:p>
            <a:r>
              <a:t>Input: Rain amount (mm), Day of week (0-6).</a:t>
            </a:r>
          </a:p>
          <a:p>
            <a:r>
              <a:t>Output: Predicted traffic delay in minutes.</a:t>
            </a:r>
          </a:p>
          <a:p>
            <a:r>
              <a:t>Trained on dummy data for prototype.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Provides commuters with real-time insights.</a:t>
            </a:r>
          </a:p>
          <a:p>
            <a:r>
              <a:t>Combines traffic flow, news, and ML prediction.</a:t>
            </a:r>
          </a:p>
          <a:p>
            <a:r>
              <a:t>Modular and extendable for future enhancements.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Add weather API for more accurate ML prediction.</a:t>
            </a:r>
          </a:p>
          <a:p>
            <a:r>
              <a:rPr dirty="0"/>
              <a:t>Implement better models using real datasets.</a:t>
            </a:r>
          </a:p>
          <a:p>
            <a:r>
              <a:rPr dirty="0"/>
              <a:t>Push notifications for delays.</a:t>
            </a:r>
          </a:p>
          <a:p>
            <a:r>
              <a:rPr dirty="0"/>
              <a:t>Make UI mobile-responsive.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TomTom Developer APIs – https://developer.tomtom.com/</a:t>
            </a:r>
          </a:p>
          <a:p>
            <a:r>
              <a:t>GNews API – https://gnews.io/</a:t>
            </a:r>
          </a:p>
          <a:p>
            <a:r>
              <a:t>Chart.js – https://www.chartjs.org/</a:t>
            </a:r>
          </a:p>
          <a:p>
            <a:r>
              <a:t>Bootstrap – https://getbootstrap.com/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36E59E-AD33-3959-98EB-7AD58882A6DE}"/>
              </a:ext>
            </a:extLst>
          </p:cNvPr>
          <p:cNvSpPr txBox="1"/>
          <p:nvPr/>
        </p:nvSpPr>
        <p:spPr>
          <a:xfrm>
            <a:off x="2286000" y="3246792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230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262</Words>
  <Application>Microsoft Office PowerPoint</Application>
  <PresentationFormat>On-screen Show (4:3)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City Traffic Analysis</vt:lpstr>
      <vt:lpstr>Introduction</vt:lpstr>
      <vt:lpstr>System Overview</vt:lpstr>
      <vt:lpstr>Technologies Used</vt:lpstr>
      <vt:lpstr>ML Delay Prediction</vt:lpstr>
      <vt:lpstr>Conclusion</vt:lpstr>
      <vt:lpstr>Future Scope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DEV PATEL</dc:creator>
  <cp:keywords/>
  <dc:description>generated using python-pptx</dc:description>
  <cp:lastModifiedBy>DEV PATEL</cp:lastModifiedBy>
  <cp:revision>2</cp:revision>
  <dcterms:created xsi:type="dcterms:W3CDTF">2013-01-27T09:14:16Z</dcterms:created>
  <dcterms:modified xsi:type="dcterms:W3CDTF">2025-08-06T18:40:39Z</dcterms:modified>
  <cp:category/>
</cp:coreProperties>
</file>